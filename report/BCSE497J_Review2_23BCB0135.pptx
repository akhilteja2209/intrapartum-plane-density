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1025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22-08-2026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22-08-2026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B.Tech. - BCSE497J Project-I</a:t>
            </a:r>
            <a:b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</a:p>
          <a:p>
            <a:pPr algn="ctr"/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Classification of Standard and Non-Standard Intrapartum Ultrasound Images</a:t>
            </a:r>
            <a:b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t>Team member: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t>Morisetty Venkata Sai Akhil Teja          (23BCB0135)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t/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t>Faculty guide: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t>Dr. Mythili. T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t>School of Computer Science and Engineering</a:t>
            </a:r>
            <a:endParaRPr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1" dirty="0">
                <a:highlight>
                  <a:srgbClr val="FFFF00"/>
                </a:highlight>
              </a:rPr>
              <a:t>Get the approval for the following points from your guide through mail before  01-09-2026.(sample attached below)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22-08-2026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FF88D1-7A15-E122-39FA-9C7DA1DFC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66" y="2653482"/>
            <a:ext cx="11381493" cy="329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deep learning classifier that decides whether an intrapartum transperineal ultrasound frame is a standard plane, i.e. whether the pubic symphysis and fetal head are resolved well enough to measure the angle of progression.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that classifier to settle a methodological question the literature leaves open: does frame sampling density itself improve performance, or is the reported advantage of video data simply the effect of having more training samples?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Standard-plane selection during labour is manual, operator-dependent and performed under time pressure.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work reports that dense video frames beat curated images, but changes the corpus and the sample count together, so the cause is unidentifiable.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arms are built from one corpus (IUGC 2024, 774 videos, 65,531 frames), varying only frames drawn per video, so probe, anatomy, scanner and annotator are constant by construction.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ResNet-18 trained under 13 sampling conditions; ResNet-18 + BiLSTM for the temporal arm; all scored on the same 8,665-frame official test set.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no density effect. The best single model used 434 training frames. Across three seeds the matched-budget comparison reverses sign, so seed variance exceeds the effect.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B6993A-B8FB-1E92-71D4-98155A7ED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58" y="4611603"/>
            <a:ext cx="4017612" cy="4877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22-08-2026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pic>
        <p:nvPicPr>
          <p:cNvPr id="11" name="Picture 10" descr="fig5_lit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078" y="1374470"/>
            <a:ext cx="9110147" cy="210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1 - Sampling density is never isolated from sample count. No prior work reports a budget-matched comparison where both arms receive the same number of training frames.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2 - Temporal models are compared against unsmoothed baselines. Standard planes occur in contiguous runs, so a zero-parameter moving average already recovers much of that structure.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3 - Run-to-run variance is not reported. On corpora of a few hundred patients, results come from a single training run; if seed variance is comparable to the effect, the comparison cannot support its conclusion.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verified frame-level dataset from IUGC 2024 (label join rate 1.0, integrity checks as assertions).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and evaluate a ResNet-18 standard-plane classifier on the official held-out test split.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Quantify sampling density over 13 conditions, and separate density from sample count with budget- and prior-matched arms.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temporal modelling against a smoothed frame-wise baseline, not an unsmoothed one.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seed-to-seed variance; deploy the classifier as a verified browser demonstrator.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460248" y="4413148"/>
            <a:ext cx="115234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Identified:   Sustainable Development Goal 3 - Good Health and Well-being                    Outcomes: Conference (Scopus) / Product (open-source classifier and browser demonstrator)</a:t>
            </a: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1" y="4778273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545" y="4413148"/>
            <a:ext cx="2447027" cy="2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ig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935" y="1825625"/>
            <a:ext cx="6440130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extraction - decode each video once to pre-resized frames through a Unicode-safe write path.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parsing - handle per-video index lists and the ALL / NONE whole-video sentinels; fail loudly, never silently.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construction - one frame-level index; refuse to write it if the label join rate is below 1.0.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Video-level splitting - partition by video, never by frame; assert no video appears in two splits.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conditions - build a training set for any k per video, stride, frame budget or target class prior.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evaluation - one trainer for both arms; report macro-F1, balanced accuracy, AUPRC and MCC with video-level bootstrap intervals.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- return the standard-plane probability and the decision at the frozen threshold for a submitted frame.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- extract_frames, build_index: decoding, sentinel-aware label parsing, integrity assertions.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Splitting - splits: video-level official split, leakage assertions, label-transition diagnostics.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- sampling: k-per-video, stride, budget matching, prior matching. This module is the study's independent variable.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- datasets: frame and clip views, ultrasound-specific augmentation, transition splicing for the temporal arm.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- models: one shared ResNet-18 encoder, two heads (frame-wise and BiLSTM).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evaluation - engine, metrics, smoothing: shared trainer, imbalance-aware metrics, post-hoc smoothing baseline.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- export_onnx and a static page running onnxruntime-web for local, in-browser inference.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 1, 13 conditions, seed 0: sparse arm 0.588-0.687 macro-F1 over 434 to 8,638 frames; dense arm 0.506-0.637 over 6,840 to 53,996 frames. No trend in either. Best result: 434 frames.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 2, same dense condition: frame-wise 0.5785 raw, 0.5453 smoothed; BiLSTM 0.6695 with splicing, 0.6496 without. The temporal arm wins, but the ablation shows splicing is not why.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seeds: budget-matched delta -0.106 / +0.013 / -0.093; prior-matched -0.168 / +0.121 / -0.045. Both reverse sign; both standard deviations exceed their means.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condition varies by 0.231 macro-F1 across seeds on identical data with an identical recipe.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Post-hoc smoothing hurt in 12 of 13 conditions: it is tuned on validation, where runs are long (median 33 frames), and applied to test, where they are short (median 12).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sampling density produced no measurable benefit on this corpus. The strongest single model was trained on 434 frames, one per video, against 53,996 for the dense arm.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matched-budget result does not replicate across seeds, so Protocol B is unresolved rather than answered.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principal finding is a measurement one: at 434 training videos with this train-test shift, seed variance reaches about +/-0.12 macro-F1, exceeding any density effect. Single-run comparisons at this scale cannot support conclusions about density - and that is what prior work reports.</a:t>
            </a:r>
          </a:p>
          <a:p>
            <a:pPr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Remaining work: Grad-CAM anatomical attention check, leave-one-centre-out split, paired video bootstrap, and AoP/HSD downstream error using the corpus landmark annotations.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442399"/>
            <a:ext cx="1051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C. F. Baumgartner et al., "SonoNet: Real-time detection and localisation of fetal standard scan planes in freehand ultrasound," IEEE Trans. Med. Imaging, vol. 36, no. 11, pp. 2204-2215, 2017.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H. Chen et al., "Standard plane localization in fetal ultrasound via domain transferred deep neural networks," IEEE J. Biomed. Health Inform., vol. 19, no. 5, pp. 1627-1636, 2015.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X. P. Burgos-Artizzu et al., "Evaluation of deep convolutional neural networks for automatic classification of common maternal fetal ultrasound planes," Sci. Rep., vol. 10, p. 10200, 2020.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T. Ghi et al., "ISUOG Practice Guidelines: intrapartum ultrasound," Ultrasound Obstet. Gynecol., vol. 52, no. 1, pp. 128-139, 2018.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K. He, X. Zhang, S. Ren and J. Sun, "Deep residual learning for image recognition," in Proc. IEEE CVPR, 2016, pp. 770-778.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IUGC 2024 dataset, Zenodo, doi: 10.5281/zenodo.17655183, CC-BY-4.0.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273</Words>
  <Application>Microsoft Office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&lt;&lt;Programme B.Tech/ M.Tech Course Code – Course Title&gt;&gt; &lt;&lt;Project Title&gt;&gt;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Parthasarathy G</cp:lastModifiedBy>
  <cp:revision>5</cp:revision>
  <dcterms:created xsi:type="dcterms:W3CDTF">2026-07-14T06:00:41Z</dcterms:created>
  <dcterms:modified xsi:type="dcterms:W3CDTF">2026-08-22T10:32:54Z</dcterms:modified>
</cp:coreProperties>
</file>